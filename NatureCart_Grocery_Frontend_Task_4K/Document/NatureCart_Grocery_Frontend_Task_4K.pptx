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ulti_panel_ui_design_mockup_webpage_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85800"/>
            <a:ext cx="1138428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A7D0F"/>
                </a:solidFill>
              </a:defRPr>
            </a:pPr>
            <a:r>
              <a:t>NATURECART — GROCERY E-COMMERCE FRONTEND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Original Reference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Use this screen as the primary visual direction.</a:t>
            </a:r>
          </a:p>
        </p:txBody>
      </p:sp>
      <p:pic>
        <p:nvPicPr>
          <p:cNvPr id="5" name="Picture 4" descr="🥬 Fresh Groceries, Delivered to Your Door! 🛒Skip the queues and shop farm-fresh fruits, vegeta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714" y="1143000"/>
            <a:ext cx="424426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01. 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677" y="1261872"/>
            <a:ext cx="501434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02. Category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580" y="1261872"/>
            <a:ext cx="428053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03. Product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580" y="1261872"/>
            <a:ext cx="428053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04. Shopping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429" y="1261872"/>
            <a:ext cx="440283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05. Checkout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953" y="1261872"/>
            <a:ext cx="668578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06. Payment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57" y="1261872"/>
            <a:ext cx="57073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07. Order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57" y="1261872"/>
            <a:ext cx="57073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08. My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23" y="1261872"/>
            <a:ext cx="587044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09. 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011" y="1261872"/>
            <a:ext cx="703767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Sign Up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63" y="1261872"/>
            <a:ext cx="600776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Contact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63" y="1261872"/>
            <a:ext cx="600776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12. Footer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Individual frontend implementation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11365992" cy="5394960"/>
          </a:xfrm>
          <a:prstGeom prst="roundRect">
            <a:avLst/>
          </a:prstGeom>
          <a:solidFill>
            <a:srgbClr val="1C221C"/>
          </a:solidFill>
          <a:ln>
            <a:solidFill>
              <a:srgbClr val="4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turecart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138" y="1261872"/>
            <a:ext cx="617941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Frontend Implementation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CD"/>
                </a:solidFill>
              </a:defRPr>
            </a:pPr>
            <a:r>
              <a:t>Expected behavior and quality standards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115568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972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Build the website using React.js with reusable Header, Navigation, ProductCard, OfferCard, Cart and Footer components.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636776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61848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Use the NatureCart green / white / cream visual system consistently across every page.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157984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39696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Implement responsive layouts for desktop, tablet and mobile.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79191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60903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Create product/category data structures so cards and lists are rendered dynamically.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200400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18211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Implement search, category navigation, filters, quantity controls and Add to Cart interactions.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721607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03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Implement Cart → Checkout → Payment → Order Success flow with clear validation states.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242816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245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Implement Login, Sign Up, My Orders and Contact Us pages with form validation.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764024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745736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Include loading, empty, error, success and disabled states for important interactions.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285231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26694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Optimize product images and use lazy loading where appropriate.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5806440"/>
            <a:ext cx="292608" cy="292608"/>
          </a:xfrm>
          <a:prstGeom prst="ellipse">
            <a:avLst/>
          </a:prstGeom>
          <a:solidFill>
            <a:srgbClr val="2A7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78815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Keep typography, spacing, borders, shadows, buttons and icons consistent with the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