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24" b="1"/>
            </a:pPr>
            <a:r>
              <a:t>RealStart — Real Estate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28"/>
            </a:pPr>
            <a:r>
              <a:t>12 production-style frontend reference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01 — Home Page</a:t>
            </a:r>
          </a:p>
        </p:txBody>
      </p:sp>
      <p:pic>
        <p:nvPicPr>
          <p:cNvPr id="3" name="Picture 2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02 — Properties Listing</a:t>
            </a:r>
          </a:p>
        </p:txBody>
      </p:sp>
      <p:pic>
        <p:nvPicPr>
          <p:cNvPr id="3" name="Picture 2" descr="02_Properties_L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03 — Property Details</a:t>
            </a:r>
          </a:p>
        </p:txBody>
      </p:sp>
      <p:pic>
        <p:nvPicPr>
          <p:cNvPr id="3" name="Picture 2" descr="03_Property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04 — Agents</a:t>
            </a:r>
          </a:p>
        </p:txBody>
      </p:sp>
      <p:pic>
        <p:nvPicPr>
          <p:cNvPr id="3" name="Picture 2" descr="04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05 — Add Property</a:t>
            </a:r>
          </a:p>
        </p:txBody>
      </p:sp>
      <p:pic>
        <p:nvPicPr>
          <p:cNvPr id="3" name="Picture 2" descr="05_Add_Prop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06 — Dashboard</a:t>
            </a:r>
          </a:p>
        </p:txBody>
      </p:sp>
      <p:pic>
        <p:nvPicPr>
          <p:cNvPr id="3" name="Picture 2" descr="06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07 — Favorites</a:t>
            </a:r>
          </a:p>
        </p:txBody>
      </p:sp>
      <p:pic>
        <p:nvPicPr>
          <p:cNvPr id="3" name="Picture 2" descr="07_Favor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08 — Messages</a:t>
            </a:r>
          </a:p>
        </p:txBody>
      </p:sp>
      <p:pic>
        <p:nvPicPr>
          <p:cNvPr id="3" name="Picture 2" descr="08_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09 — Appointment</a:t>
            </a:r>
          </a:p>
        </p:txBody>
      </p:sp>
      <p:pic>
        <p:nvPicPr>
          <p:cNvPr id="3" name="Picture 2" descr="09_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10 — Blog</a:t>
            </a:r>
          </a:p>
        </p:txBody>
      </p:sp>
      <p:pic>
        <p:nvPicPr>
          <p:cNvPr id="3" name="Picture 2" descr="10_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11 — Contact Us</a:t>
            </a:r>
          </a:p>
        </p:txBody>
      </p:sp>
      <p:pic>
        <p:nvPicPr>
          <p:cNvPr id="3" name="Picture 2" descr="11_Contac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12 — Profile</a:t>
            </a:r>
          </a:p>
        </p:txBody>
      </p:sp>
      <p:pic>
        <p:nvPicPr>
          <p:cNvPr id="3" name="Picture 2" descr="12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